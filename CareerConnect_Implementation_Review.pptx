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PROJECT REVIEW · KLH UNIVERSITY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CareerConnect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Walkthrough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Database · APIs · Swagger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4747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Ul Huda – 2520030240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Jaahnavi – 2520030441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Purushotham Muniganti, Assistant Professor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web application running locally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26314A"/>
          </a:solidFill>
          <a:ln w="19050">
            <a:solidFill>
              <a:srgbClr val="6AA9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0" y="173736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26314A"/>
          </a:solidFill>
          <a:ln w="19050">
            <a:solidFill>
              <a:srgbClr val="6AA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(REST)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26314A"/>
          </a:solidFill>
          <a:ln w="19050">
            <a:solidFill>
              <a:srgbClr val="6AA9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+ PyMySQL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766560" y="173736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26314A"/>
          </a:solidFill>
          <a:ln w="19050">
            <a:solidFill>
              <a:srgbClr val="6AA9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  ·  JWT in Authorization header  ·  Swagger/OpenAPI docs at /docs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Candidate · Employer · Application · Notification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and JavaScript – no framework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defines the structure of each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handles layout and styling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validates forms and calls the API using fetch()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stored in the browser and sent in every protected request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redirect to login when no token; role decides Candidate or Employer 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26314A"/>
          </a:solidFill>
          <a:ln w="12700">
            <a:solidFill>
              <a:srgbClr val="7BD3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2880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jobs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applications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26314A"/>
          </a:solidFill>
          <a:ln w="12700">
            <a:solidFill>
              <a:srgbClr val="7BD3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pages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82880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FastAPI, one monolithic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– register, login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– browse, post, listings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– apply,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– pending applications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on login with expiry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verify token and load user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checks: candidate vs employer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can change only own jobs' applications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Docs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validate input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HTTP codes: 401, 403, 404, 409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 for the frontend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/ OpenAPI auto-generated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via SQLAlchemy ORM and PyMySQL driver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(unique)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candidate / employer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/ company fields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 (PK)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employer_id (FK → Users)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job_type, salary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posted_on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(PK)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 (FK → Jobs)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candidate_id (FK → Users)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applied_on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UNIQUE(job_id, candidate_id)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posts many Jobs  ·  Job receives many Applications  ·  Candidate submits many Applications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HTTP · documented in Swagger UI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40233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9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9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9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B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candidate / employer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B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receive 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B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B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 posts a 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B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applies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B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/applications/me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Candidate's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B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/employer/applications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 views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B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/applications/{id}/status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 updates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BD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/employer/notifications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/ pending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with Swagger UI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every endpoint with valid and invalid requests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26314A"/>
          </a:solidFill>
          <a:ln w="12700">
            <a:solidFill>
              <a:srgbClr val="6AA9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Swagger UI at /docs (auto-generated by FastAPI)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 → copy the JWT token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Authorize and paste the token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 it out on protected endpoints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 code and JSON response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26314A"/>
          </a:solidFill>
          <a:ln w="12700">
            <a:solidFill>
              <a:srgbClr val="7BD3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tested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new / duplicate e-mail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wrong password → 401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without token → 401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posting a job → 403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twice to the same job → rejected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updates status → candidate sees 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2026-10-01T03:19:17Z</dcterms:created>
  <dcterms:modified xsi:type="dcterms:W3CDTF">2026-10-01T03:19:17Z</dcterms:modified>
</cp:coreProperties>
</file>