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 PROJECT REVIEW · KLH UNIVERSITY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6AA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CareerConnect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and Placement Management System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688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Engineering and Distributed Backend Development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383280"/>
            <a:ext cx="8046720" cy="1005840"/>
          </a:xfrm>
          <a:prstGeom prst="roundRect">
            <a:avLst>
              <a:gd name="adj" fmla="val 7273"/>
            </a:avLst>
          </a:prstGeom>
          <a:solidFill>
            <a:srgbClr val="26314A"/>
          </a:solidFill>
          <a:ln w="12700">
            <a:solidFill>
              <a:srgbClr val="6AA9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347472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Noor Ul Huda – 2520030240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 Jaahnavi – 2520030441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Purushotham Muniganti, Assistant Professor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7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AA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central platform connecting candidates and employers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3108960"/>
          </a:xfrm>
          <a:prstGeom prst="roundRect">
            <a:avLst>
              <a:gd name="adj" fmla="val 2353"/>
            </a:avLst>
          </a:prstGeom>
          <a:solidFill>
            <a:srgbClr val="26314A"/>
          </a:solidFill>
          <a:ln w="12700">
            <a:solidFill>
              <a:srgbClr val="6AA9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463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AA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and solution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82880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and applications are scattered across chats, e-mails and sheets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clear tracking of application status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CareerConnect keeps users, jobs and applications in one database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apply online; employers review and update status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371600"/>
            <a:ext cx="4023360" cy="3108960"/>
          </a:xfrm>
          <a:prstGeom prst="roundRect">
            <a:avLst>
              <a:gd name="adj" fmla="val 2353"/>
            </a:avLst>
          </a:prstGeom>
          <a:solidFill>
            <a:srgbClr val="26314A"/>
          </a:solidFill>
          <a:ln w="12700">
            <a:solidFill>
              <a:srgbClr val="7BD3A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00600" y="14630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BD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implemented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800600" y="1828800"/>
            <a:ext cx="3749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Candidate: register, login, browse jobs, profile, apply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Employer: dashboard, company profile, post jobs, job listings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Application: apply, view applications, update status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Notification: new and pending applications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7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AA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and Technology Stack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Monolithic application, running locally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737360" cy="1188720"/>
          </a:xfrm>
          <a:prstGeom prst="roundRect">
            <a:avLst>
              <a:gd name="adj" fmla="val 7692"/>
            </a:avLst>
          </a:prstGeom>
          <a:solidFill>
            <a:srgbClr val="26314A"/>
          </a:solidFill>
          <a:ln w="19050">
            <a:solidFill>
              <a:srgbClr val="6AA9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48132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AA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202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· CSS · JavaScript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17373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BD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2560320" y="1371600"/>
            <a:ext cx="1737360" cy="1188720"/>
          </a:xfrm>
          <a:prstGeom prst="roundRect">
            <a:avLst>
              <a:gd name="adj" fmla="val 7692"/>
            </a:avLst>
          </a:prstGeom>
          <a:solidFill>
            <a:srgbClr val="26314A"/>
          </a:solidFill>
          <a:ln w="19050">
            <a:solidFill>
              <a:srgbClr val="6AA9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60320" y="148132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AA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2651760" y="19202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FastAPI (REST)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297680" y="17373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BD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663440" y="1371600"/>
            <a:ext cx="1737360" cy="1188720"/>
          </a:xfrm>
          <a:prstGeom prst="roundRect">
            <a:avLst>
              <a:gd name="adj" fmla="val 7692"/>
            </a:avLst>
          </a:prstGeom>
          <a:solidFill>
            <a:srgbClr val="26314A"/>
          </a:solidFill>
          <a:ln w="19050">
            <a:solidFill>
              <a:srgbClr val="6AA9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63440" y="148132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AA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 + Driver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754880" y="19202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+ PyMySQL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17373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BD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6766560" y="1371600"/>
            <a:ext cx="1737360" cy="1188720"/>
          </a:xfrm>
          <a:prstGeom prst="roundRect">
            <a:avLst>
              <a:gd name="adj" fmla="val 7692"/>
            </a:avLst>
          </a:prstGeom>
          <a:solidFill>
            <a:srgbClr val="26314A"/>
          </a:solidFill>
          <a:ln w="19050">
            <a:solidFill>
              <a:srgbClr val="6AA9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766560" y="148132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AA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0" y="19202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2834640"/>
            <a:ext cx="3931920" cy="1737360"/>
          </a:xfrm>
          <a:prstGeom prst="roundRect">
            <a:avLst>
              <a:gd name="adj" fmla="val 4211"/>
            </a:avLst>
          </a:prstGeom>
          <a:solidFill>
            <a:srgbClr val="26314A"/>
          </a:solidFill>
          <a:ln w="12700">
            <a:solidFill>
              <a:srgbClr val="6AA9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4360" y="2926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AA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and backend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594360" y="329184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calls the API with fetch() and shows JSON on the page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routers + Pydantic validation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63440" y="2834640"/>
            <a:ext cx="4023360" cy="1737360"/>
          </a:xfrm>
          <a:prstGeom prst="roundRect">
            <a:avLst>
              <a:gd name="adj" fmla="val 4211"/>
            </a:avLst>
          </a:prstGeom>
          <a:solidFill>
            <a:srgbClr val="26314A"/>
          </a:solidFill>
          <a:ln w="12700">
            <a:solidFill>
              <a:srgbClr val="7BD3A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800600" y="29260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BD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4800600" y="329184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password hashing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token with role-based access (candidate / employer)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7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AA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and REST APIs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tables, JSON endpoints, documented in Swagger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3108960"/>
          </a:xfrm>
          <a:prstGeom prst="roundRect">
            <a:avLst>
              <a:gd name="adj" fmla="val 2353"/>
            </a:avLst>
          </a:prstGeom>
          <a:solidFill>
            <a:srgbClr val="26314A"/>
          </a:solidFill>
          <a:ln w="12700">
            <a:solidFill>
              <a:srgbClr val="6AA9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463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AA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tables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82880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– candidates and employers (role column)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– posted by an employer (employer_id)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– candidate + job + status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employer → many jobs → many applications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(job, candidate): no duplicate apply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371600"/>
            <a:ext cx="4023360" cy="3108960"/>
          </a:xfrm>
          <a:prstGeom prst="roundRect">
            <a:avLst>
              <a:gd name="adj" fmla="val 2353"/>
            </a:avLst>
          </a:prstGeom>
          <a:solidFill>
            <a:srgbClr val="26314A"/>
          </a:solidFill>
          <a:ln w="12700">
            <a:solidFill>
              <a:srgbClr val="7BD3A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00600" y="14630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BD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APIs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800600" y="1828800"/>
            <a:ext cx="3749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/auth/register, /auth/login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/jobs · POST /jobs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/applications · GET /applications/me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/employer/applications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/applications/{id}/status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/employer/notifications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7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AA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Screenshots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and candidate dashboard</a:t>
            </a:r>
            <a:endParaRPr lang="en-US" sz="1400" dirty="0"/>
          </a:p>
        </p:txBody>
      </p:sp>
      <p:pic>
        <p:nvPicPr>
          <p:cNvPr id="4" name="Image 0" descr="shot_landin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371600"/>
            <a:ext cx="4114800" cy="2148840"/>
          </a:xfrm>
          <a:prstGeom prst="rect">
            <a:avLst/>
          </a:prstGeom>
        </p:spPr>
      </p:pic>
      <p:pic>
        <p:nvPicPr>
          <p:cNvPr id="5" name="Image 1" descr="shot_candidat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371600"/>
            <a:ext cx="4114800" cy="214884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365760" y="36118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– search, job-type filters, Login / Get Started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4663440" y="36118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dashboard – statistics, recommended jobs, Apply Now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7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AA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 Dashboard and Testing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Jobs, applications and status in one view</a:t>
            </a:r>
            <a:endParaRPr lang="en-US" sz="1400" dirty="0"/>
          </a:p>
        </p:txBody>
      </p:sp>
      <p:pic>
        <p:nvPicPr>
          <p:cNvPr id="4" name="Image 0" descr="shot_employ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371600"/>
            <a:ext cx="5212080" cy="24323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365760" y="393192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 dashboard – jobs posted, application statistics, recent applications with status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760720" y="1371600"/>
            <a:ext cx="3017520" cy="3108960"/>
          </a:xfrm>
          <a:prstGeom prst="roundRect">
            <a:avLst>
              <a:gd name="adj" fmla="val 2424"/>
            </a:avLst>
          </a:prstGeom>
          <a:solidFill>
            <a:srgbClr val="26314A"/>
          </a:solidFill>
          <a:ln w="12700">
            <a:solidFill>
              <a:srgbClr val="7BD3A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897880" y="1463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BD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with Swagger UI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897880" y="1828800"/>
            <a:ext cx="2743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copy token, click Authorize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out on every endpoint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token → 401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posting a job → 403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apply rejected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7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AA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Geo-tagged Photos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work with the guide and the review presentation</a:t>
            </a:r>
            <a:endParaRPr lang="en-US" sz="1400" dirty="0"/>
          </a:p>
        </p:txBody>
      </p:sp>
      <p:pic>
        <p:nvPicPr>
          <p:cNvPr id="4" name="Image 0" descr="ge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325880"/>
            <a:ext cx="3904488" cy="2926080"/>
          </a:xfrm>
          <a:prstGeom prst="rect">
            <a:avLst/>
          </a:prstGeom>
        </p:spPr>
      </p:pic>
      <p:pic>
        <p:nvPicPr>
          <p:cNvPr id="5" name="Image 1" descr="geo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325880"/>
            <a:ext cx="2194560" cy="292608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822960" y="4343400"/>
            <a:ext cx="3904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on the project with the guide – 19/09/2026, Hyderabad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5212080" y="43434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review presentation – 01/10/2026, Hyderabad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7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AA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and Future Scope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3931920" cy="3108960"/>
          </a:xfrm>
          <a:prstGeom prst="roundRect">
            <a:avLst>
              <a:gd name="adj" fmla="val 2353"/>
            </a:avLst>
          </a:prstGeom>
          <a:solidFill>
            <a:srgbClr val="26314A"/>
          </a:solidFill>
          <a:ln w="12700">
            <a:solidFill>
              <a:srgbClr val="6AA9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463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AA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82880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platform for candidates and employers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login with JWT and bcrypt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tracked from Pending to Selected / Rejected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REST API, tested in Swagger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base for new features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663440" y="1371600"/>
            <a:ext cx="4023360" cy="3108960"/>
          </a:xfrm>
          <a:prstGeom prst="roundRect">
            <a:avLst>
              <a:gd name="adj" fmla="val 2353"/>
            </a:avLst>
          </a:prstGeom>
          <a:solidFill>
            <a:srgbClr val="26314A"/>
          </a:solidFill>
          <a:ln w="12700">
            <a:solidFill>
              <a:srgbClr val="7BD3A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00600" y="14630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BD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800600" y="1828800"/>
            <a:ext cx="3749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 officer module and reports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Eligibility-based filtering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 notifications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job recommendations, resume analysis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scheduling, cloud deployment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2026-10-02T16:14:45Z</dcterms:created>
  <dcterms:modified xsi:type="dcterms:W3CDTF">2026-10-02T16:14:45Z</dcterms:modified>
</cp:coreProperties>
</file>